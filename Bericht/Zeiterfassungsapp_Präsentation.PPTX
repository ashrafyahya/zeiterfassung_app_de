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A724C-1B90-CAD1-E102-FBA4810288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2F58F10-999E-5155-3BCA-F4D529A993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28325B-DFF6-6C3B-D6B1-E2E05A3DC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AB3BCB-6EE0-7356-48D1-A4C15E8C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6E857B-213C-B70D-7225-3CE60DAA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7009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FF2F6F-779E-5F7A-9D48-6BBD58BFA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0D2DFC-406C-A212-9475-512006A74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C4AC65-937B-3230-29C9-86CFF3B10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9CE2BE-A030-0D78-8124-620034C5B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29ED4-AF1B-7A54-8374-AEB3873F9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9949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029C24-F923-D2D5-1503-6D2A2FCCB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BFA01C-0C93-E0AE-8FA9-F38860B98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E72E76-0341-37DF-FC1E-BCD5D284C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239190-97D4-C22A-F005-2C194CD59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8578AE-4ABC-E988-7C44-F446A7564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3850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40A28B-3F93-AC88-E5DB-621490911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68A482-0AEB-A7DF-9BC3-3B48F8E7E4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9179A4D-417A-D248-D3F6-2ADCC35365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A392402-5884-7079-D0AD-20CF4A0B4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90DDAF2-2423-6810-2143-A8058B3D9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7FDFEA6-C64F-E890-0009-2161EC592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8904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1702A2-FC27-EACD-D686-66321ADA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36EF6A-984E-AFBD-1FFF-153364995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08BC474-F536-CDF6-13B3-95F65D8326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C580841-9D67-88C3-30A7-EE89107AE1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6DE9A0B-D90D-86AA-21BD-FA0A8AC60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62B35C3-299D-A246-5243-2EB7E2588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8FBF18D-2CAE-A5F9-7C62-C338EB413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BE07980-34E0-5123-58DB-D8AB5CE25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4109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04E7F2-8B43-5573-E9AF-35F0AE19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CDFB5E-E99A-C27D-C060-A3F5EE516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89C3EC6-ED5C-8BF4-8CA0-FA4E68A8B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2478A1-4235-4E44-AF35-EEC1E884B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8070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6DCEFA-1ADA-2B9D-0B4E-8C5F7298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31E0EE3-BEEB-7F25-97BE-2E0217AE2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AA1052-C1FA-D774-0EA1-4B0FBCC05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325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5E9D4F-902F-024B-4904-3666BBBF3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9EB701-6C66-14A0-AB7B-A9759C42A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6137FE7-2749-0A05-EBCF-92C03F364D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550FA87-E96D-29DF-F426-E8BBB7685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4E7A566-29AA-C044-758C-8DF238720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BAC639-65D7-B00E-E2B3-E929EE1E2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108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E5A1F-580C-B196-E8FE-02E2F82AF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247F310-A0B8-DCD5-8089-AC59F46BF4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9AAB6B8-2505-DBBE-B079-F72E80AA6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24A5D4C-F18F-159D-C0FB-9978D6A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AA5EF2-58ED-B5CA-4B11-81CEFE37F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DFAE957-3CEB-574D-ABB5-582B457DC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3039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ED7562-10E8-EF66-8646-ED4190D52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A1C71F9-3630-341E-FB2E-658EC9A37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3C03F6-A97C-E1A6-074E-28251A3A7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FD1616-100E-5FA6-3261-35215FD6A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9F60B8-201A-6AC9-2BAD-2A97DF7B6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002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7A3AFE-7683-04E3-6ED6-4FCB0D0EA3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F1B1A97-219D-B8B9-BDAE-345FEE9F2B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09A0CB-6C52-E5F3-24DF-229CD785F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6B6683-EC76-55D6-D58C-39AB24183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646C95-5BAF-BC6D-1A4A-F48D39105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9481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B2F3474-EAC1-374C-2737-CDFD03A96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F4F1FF-6D17-8B29-A6E4-FD06EB026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F27F54-6704-08A9-9D72-FFAC00FE5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83CF7A-5887-43D4-97B7-8D1D0B2A2818}" type="datetimeFigureOut">
              <a:rPr lang="de-DE" smtClean="0"/>
              <a:t>16.09.2024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06A842-9748-102F-9A74-BC01DA4550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EDDE3E-6354-7FE0-6485-5C6130E8A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5126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0C0B49-2992-7306-0E49-B514237A5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55762"/>
          </a:xfrm>
        </p:spPr>
        <p:txBody>
          <a:bodyPr anchor="t"/>
          <a:lstStyle/>
          <a:p>
            <a:r>
              <a:rPr lang="de-DE" b="1" dirty="0"/>
              <a:t>Zeiterfassungs-App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4F39E71-DD53-228E-3649-B3746CD4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60866"/>
            <a:ext cx="9144000" cy="1042390"/>
          </a:xfrm>
        </p:spPr>
        <p:txBody>
          <a:bodyPr/>
          <a:lstStyle/>
          <a:p>
            <a:r>
              <a:rPr lang="de-DE" dirty="0"/>
              <a:t>Entwickelt von: Ashraf Yahya</a:t>
            </a:r>
          </a:p>
          <a:p>
            <a:r>
              <a:rPr lang="de-DE" dirty="0"/>
              <a:t>Betreuer: Prof. Dr. Markus Kampmann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908A9B3-F035-626E-7687-D4D402F69582}"/>
              </a:ext>
            </a:extLst>
          </p:cNvPr>
          <p:cNvSpPr txBox="1"/>
          <p:nvPr/>
        </p:nvSpPr>
        <p:spPr>
          <a:xfrm>
            <a:off x="1524000" y="6135063"/>
            <a:ext cx="2752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Hochschule Koblenz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48AEBAA-1602-3F34-82AE-9C873731F3E3}"/>
              </a:ext>
            </a:extLst>
          </p:cNvPr>
          <p:cNvSpPr txBox="1"/>
          <p:nvPr/>
        </p:nvSpPr>
        <p:spPr>
          <a:xfrm>
            <a:off x="8870182" y="6135063"/>
            <a:ext cx="1921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13. August 2024</a:t>
            </a:r>
          </a:p>
        </p:txBody>
      </p:sp>
      <p:pic>
        <p:nvPicPr>
          <p:cNvPr id="7" name="Grafik 6" descr="Ein Bild, das Muster, Quadrat, Symmetrie, Rechteck enthält.&#10;&#10;Automatisch generierte Beschreibung">
            <a:extLst>
              <a:ext uri="{FF2B5EF4-FFF2-40B4-BE49-F238E27FC236}">
                <a16:creationId xmlns:a16="http://schemas.microsoft.com/office/drawing/2014/main" id="{5037BAA0-03BC-CE4B-0028-85E41992D4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887" y="2528887"/>
            <a:ext cx="1800225" cy="18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4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D17A57-158B-6C57-F5F4-4A43ABD3C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/>
              <a:t>Hintergrund und Ziel der App</a:t>
            </a:r>
            <a:endParaRPr lang="de-DE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15E82FD-B383-F17D-7602-FBAB9EA1D9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25625"/>
            <a:ext cx="10601131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Die Zeiterfassungs-App wurde entwickelt, um eine einfache und effiziente Lösung zur Erfassung und Verwaltung von Arbeitszeiten zu bieten.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de-DE" altLang="de-DE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de-DE" altLang="de-DE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Sie richtet sich sowohl an Nutzer, die ihre Arbeitszeiten erfassen wollen, als auch an Administratoren, die diese Daten überwachen und verwalten. </a:t>
            </a:r>
          </a:p>
        </p:txBody>
      </p:sp>
    </p:spTree>
    <p:extLst>
      <p:ext uri="{BB962C8B-B14F-4D97-AF65-F5344CB8AC3E}">
        <p14:creationId xmlns:p14="http://schemas.microsoft.com/office/powerpoint/2010/main" val="918607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D95F81-D492-1420-61CB-DF2B24167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Bedeutung der Zeiterfassung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B5E69C-98A5-9FEA-8779-C14DE784B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Warum ist Zeiterfassung wichtig?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Zeiterfassung ist entscheidend für die Überwachung der Arbeitszeiten, das Management von Projekten und die Einhaltung gesetzlicher Vorgaben.</a:t>
            </a:r>
          </a:p>
          <a:p>
            <a:pPr>
              <a:buFont typeface="Arial" panose="020B0604020202020204" pitchFamily="34" charset="0"/>
              <a:buChar char="•"/>
            </a:pP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Unternehmen können so Überstunden berechnen, die Produktivität steigern und gesetzliche Anforderungen einhalten.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295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682B66-4437-215C-E789-A5F72D308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DA5-ACE8-2E08-F548-3D7A41C90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Technologien und Tools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Android Studio</a:t>
            </a:r>
            <a:r>
              <a:rPr lang="de-DE" dirty="0"/>
              <a:t>: Hauptentwicklungsumgebung zur Erstellung der App.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Java</a:t>
            </a:r>
            <a:r>
              <a:rPr lang="de-DE" dirty="0"/>
              <a:t>: Programmiersprache für die Entwicklung der App-Logik.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 err="1"/>
              <a:t>Firebase</a:t>
            </a:r>
            <a:r>
              <a:rPr lang="de-DE" dirty="0"/>
              <a:t>: Backend-Dienst für Authentifizierung, Datenhaltung und Echtzeit-Synchronisation.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04356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F97B1C-64E3-EFD8-63D3-1189104EF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Entwicklungsumgebung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328359-7565-F19D-F1F5-51628FEDA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Android Studio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Installation und Einrichtung sind über die offizielle Android Studio-Website möglich.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Wichtige Funktionen: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Code-Editor mit Syntax-Hervorhebung und </a:t>
            </a:r>
            <a:r>
              <a:rPr lang="de-DE" dirty="0" err="1"/>
              <a:t>Refactoring</a:t>
            </a:r>
            <a:r>
              <a:rPr lang="de-DE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Layout-Editor für die Gestaltung der UI.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Debugging-Tools und Emulatoren.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558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7473A2-654D-47BB-6B87-D29EB911F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Architektur und 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5AC28-93E1-D1F1-EE05-EA80A50D5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Anwendungsarchitektur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Client-Server-Modell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Client: Die mobile App auf Android.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Server: </a:t>
            </a:r>
            <a:r>
              <a:rPr lang="de-DE" dirty="0" err="1"/>
              <a:t>Firebase</a:t>
            </a:r>
            <a:r>
              <a:rPr lang="de-DE" dirty="0"/>
              <a:t> als Backend für Authentifizierung, Datenverwaltung und Verarbeitung.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Datenfluss: Nutzer interagieren über die App mit </a:t>
            </a:r>
            <a:r>
              <a:rPr lang="de-DE" dirty="0" err="1"/>
              <a:t>Firebase</a:t>
            </a:r>
            <a:r>
              <a:rPr lang="de-DE" dirty="0"/>
              <a:t>, um Zeiteinträge zu speichern und abzurufen.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1493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70B52D-4EF9-7BA3-98F7-754696F39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Benutzeroberfläche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14D51F-D6DA-D623-8070-3BBEB4F70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UI-Design und Layout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Klarheit und Einfachheit</a:t>
            </a:r>
            <a:r>
              <a:rPr lang="de-DE" dirty="0"/>
              <a:t>: Intuitive und leicht zu bedienende Benutzeroberfläche.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Responsive Design</a:t>
            </a:r>
            <a:r>
              <a:rPr lang="de-DE" dirty="0"/>
              <a:t>: Optimierung für verschiedene Bildschirmgrößen (Hochformat unterstützt, Querformat nicht vollständig).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Screenshots</a:t>
            </a:r>
            <a:r>
              <a:rPr lang="de-DE" dirty="0"/>
              <a:t>: Hauptbildschirm, Login, Admin-Oberfläche.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54624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94F3D-5463-E21F-1C78-AF6CAD9F6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Backend-Design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67FF70-05BC-2634-9E5B-F15C26AA5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 err="1"/>
              <a:t>Firebase</a:t>
            </a:r>
            <a:r>
              <a:rPr lang="de-DE" b="1" dirty="0"/>
              <a:t> als Backend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Datenstruktur in </a:t>
            </a:r>
            <a:r>
              <a:rPr lang="de-DE" b="1" dirty="0" err="1"/>
              <a:t>Firestore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Benutzerinformationen in der „</a:t>
            </a:r>
            <a:r>
              <a:rPr lang="de-DE" dirty="0" err="1"/>
              <a:t>users</a:t>
            </a:r>
            <a:r>
              <a:rPr lang="de-DE" dirty="0"/>
              <a:t>“-Sammlung.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Zeiteinträge in der „</a:t>
            </a:r>
            <a:r>
              <a:rPr lang="de-DE" dirty="0" err="1"/>
              <a:t>timeEntries</a:t>
            </a:r>
            <a:r>
              <a:rPr lang="de-DE" dirty="0"/>
              <a:t>“-Sammlung.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Sicherheitsregeln</a:t>
            </a:r>
            <a:r>
              <a:rPr lang="de-DE" dirty="0"/>
              <a:t>: Zugriffskontrollen basierend auf Rollen und Authentifizierung.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58694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654F2-C0E2-191D-C202-C4810DA96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Wichtige 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C90330-D115-7DAF-0B29-D2D553B8C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Benutzeranmeldung und Zeiterfassung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Benutzeranmeldung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Nutzer registrieren sich mit E-Mail und Passwort, die in </a:t>
            </a:r>
            <a:r>
              <a:rPr lang="de-DE" dirty="0" err="1"/>
              <a:t>Firebase</a:t>
            </a:r>
            <a:r>
              <a:rPr lang="de-DE" dirty="0"/>
              <a:t> gespeichert werden.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Zeiterfassung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Check-In und Check-Out werden protokolliert.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Echtzeit-Updates in der Datenbank.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68986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247CA7-D741-C752-484E-2DD97C794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Admin-Funktionen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FDA76D-6171-7780-1B5D-9EDCA73F0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Verwaltung und Rollen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Zugriffskontrolle</a:t>
            </a:r>
            <a:r>
              <a:rPr lang="de-DE" dirty="0"/>
              <a:t>: Administratoren können Benutzerrollen und Zeiteinträge verwalten.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Verwaltung von Benutzerdaten</a:t>
            </a:r>
            <a:r>
              <a:rPr lang="de-DE" dirty="0"/>
              <a:t>: Administratoren können alle Benutzerdaten einsehen und bearbeiten.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2678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05ED48-A496-1C2B-D6F4-5174E2571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Implementierung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E6713C-81F9-76A8-8FE8-04D280628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Code-Beispiele und Layout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MainActivity.java</a:t>
            </a:r>
            <a:r>
              <a:rPr lang="de-DE" dirty="0"/>
              <a:t>: Hauptaktivität für Zeiterfassung und Anzeige von Zeiteinträgen.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AdminActivity.java</a:t>
            </a:r>
            <a:r>
              <a:rPr lang="de-DE" dirty="0"/>
              <a:t>: Verwaltung der Benutzerrollen und Zeitübersicht.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 err="1"/>
              <a:t>Firebase</a:t>
            </a:r>
            <a:r>
              <a:rPr lang="de-DE" b="1" dirty="0"/>
              <a:t>-Konfiguration</a:t>
            </a:r>
            <a:r>
              <a:rPr lang="de-DE" dirty="0"/>
              <a:t>: Authentifizierung und Datenhaltung in </a:t>
            </a:r>
            <a:r>
              <a:rPr lang="de-DE" dirty="0" err="1"/>
              <a:t>Firestore</a:t>
            </a:r>
            <a:r>
              <a:rPr lang="de-DE" dirty="0"/>
              <a:t>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6672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8B3AFB-ED1C-1331-F317-E1714A378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Firebase</a:t>
            </a:r>
            <a:r>
              <a:rPr lang="de-DE" dirty="0"/>
              <a:t>-Konfiguration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DC23BA-194D-CB2B-1181-67FA4531C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Integration von </a:t>
            </a:r>
            <a:r>
              <a:rPr lang="de-DE" b="1" dirty="0" err="1"/>
              <a:t>Firebase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 err="1"/>
              <a:t>Firebase</a:t>
            </a:r>
            <a:r>
              <a:rPr lang="de-DE" b="1" dirty="0"/>
              <a:t> Authentication</a:t>
            </a:r>
            <a:r>
              <a:rPr lang="de-DE" dirty="0"/>
              <a:t>: Ermöglicht sichere Anmeldung und Registrierung.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Cloud </a:t>
            </a:r>
            <a:r>
              <a:rPr lang="de-DE" b="1" dirty="0" err="1"/>
              <a:t>Firestore</a:t>
            </a:r>
            <a:r>
              <a:rPr lang="de-DE" dirty="0"/>
              <a:t>: Speichert Benutzerdaten und Zeiteinträge.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Benachrichtigungen</a:t>
            </a:r>
            <a:r>
              <a:rPr lang="de-DE" dirty="0"/>
              <a:t>: Zwei Arten von Benachrichtigungen: Push- und In-App-Messaging.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837910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BF7F2E-129F-D3F1-AB84-F18C2F8F0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Teststrategien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BEF849-BD9F-EE54-E04A-6E993A2A7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Testmethoden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Integrationstests</a:t>
            </a:r>
            <a:r>
              <a:rPr lang="de-DE" dirty="0"/>
              <a:t>: Sicherstellung, dass alle Komponenten korrekt zusammenarbeiten.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Benutzerakzeptanztests</a:t>
            </a:r>
            <a:r>
              <a:rPr lang="de-DE" dirty="0"/>
              <a:t>: Überprüfung der Benutzerfreundlichkeit durch Testnutzungen und Anpassungen basierend auf Feedback.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9141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C45F59-86B3-7CFA-619C-085062247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Sicherheit und Datenschutz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814047-8D51-D01E-1546-1AB51F7E8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Sicherheitsüberlegungen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Verschlüsselung</a:t>
            </a:r>
            <a:r>
              <a:rPr lang="de-DE" dirty="0"/>
              <a:t>: Passwörter und sensible Daten werden verschlüsselt gespeichert.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Zugriffskontrollen</a:t>
            </a:r>
            <a:r>
              <a:rPr lang="de-DE" dirty="0"/>
              <a:t>: Nur autorisierte Benutzer haben Zugriff auf bestimmte Funktionen und Daten.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6424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78AD11-A2C6-8B55-3DBA-10757B9F6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Wartung und Erweiterungen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78E8D4-A46B-FE01-9445-8B6961B00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Zukünftige Erweiterungen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b="1" dirty="0"/>
              <a:t>Geplante Funktionen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Berichterstellung für Nutzer und Admins.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Überstundenberechnung und Anzeige.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Speicherung von Anmeldedaten zur Erleichterung der Nutzung.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Verbesserung der Responsivität und Unterstützung für Querformat.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31577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D88662-050F-6349-CA40-C63F15A9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B3A29F-A7CD-3375-CAB3-DEC3B28DA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Zusammenfassung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Die Zeiterfassungs-App bietet eine benutzerfreundliche Lösung zur Erfassung und Verwaltung von Arbeitszeiten.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Mit Android Studio, Java und </a:t>
            </a:r>
            <a:r>
              <a:rPr lang="de-DE" dirty="0" err="1"/>
              <a:t>Firebase</a:t>
            </a:r>
            <a:r>
              <a:rPr lang="de-DE" dirty="0"/>
              <a:t> wurde eine stabile und funktionale App erstellt.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9180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167E8A-DC5E-9135-EFB3-28A47D3B2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Schlussfolgerungen und Empfehlungen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103552-A319-3299-1272-1AB2B23D1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Reflektion und Ausblick</a:t>
            </a:r>
            <a:endParaRPr lang="de-DE" dirty="0"/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Der Entwicklungsprozess ermöglichte tiefere Einblicke in die Android-Entwicklung.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dirty="0"/>
              <a:t>Zukünftige Erweiterungen könnten die Benutzerfreundlichkeit und Funktionalität der App weiter verbessern.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926723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7ECB0A-667B-AF5D-6D96-DEFE2476E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Dankeschön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F60FBB-40BC-9111-8550-7870B05F7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	Dankeschön für Ihre Aufmerksamkeit</a:t>
            </a:r>
          </a:p>
          <a:p>
            <a:pPr marL="0" indent="0">
              <a:buNone/>
            </a:pPr>
            <a:r>
              <a:rPr lang="de-DE" dirty="0"/>
              <a:t>	</a:t>
            </a:r>
          </a:p>
          <a:p>
            <a:pPr marL="0" indent="0">
              <a:buNone/>
            </a:pPr>
            <a:r>
              <a:rPr lang="de-DE" dirty="0"/>
              <a:t>	Fragen?</a:t>
            </a:r>
          </a:p>
        </p:txBody>
      </p:sp>
    </p:spTree>
    <p:extLst>
      <p:ext uri="{BB962C8B-B14F-4D97-AF65-F5344CB8AC3E}">
        <p14:creationId xmlns:p14="http://schemas.microsoft.com/office/powerpoint/2010/main" val="4060141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B0A07-F7EB-3B56-7AA3-2F306AD5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95646EF-269B-0198-A439-924FBE2FA4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6292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572</Words>
  <Application>Microsoft Office PowerPoint</Application>
  <PresentationFormat>Breitbild</PresentationFormat>
  <Paragraphs>93</Paragraphs>
  <Slides>19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</vt:lpstr>
      <vt:lpstr>Zeiterfassungs-App</vt:lpstr>
      <vt:lpstr>Hintergrund und Ziel der App</vt:lpstr>
      <vt:lpstr>Bedeutung der Zeiterfassung</vt:lpstr>
      <vt:lpstr>Verwendete Technologien</vt:lpstr>
      <vt:lpstr>Entwicklungsumgebung</vt:lpstr>
      <vt:lpstr>Architektur und Design</vt:lpstr>
      <vt:lpstr>Benutzeroberfläche</vt:lpstr>
      <vt:lpstr>Backend-Design</vt:lpstr>
      <vt:lpstr>Wichtige Funktionen</vt:lpstr>
      <vt:lpstr>Admin-Funktionen</vt:lpstr>
      <vt:lpstr>Implementierung</vt:lpstr>
      <vt:lpstr>Firebase-Konfiguration</vt:lpstr>
      <vt:lpstr>Teststrategien</vt:lpstr>
      <vt:lpstr>Sicherheit und Datenschutz</vt:lpstr>
      <vt:lpstr>Wartung und Erweiterungen</vt:lpstr>
      <vt:lpstr>Fazit</vt:lpstr>
      <vt:lpstr>Schlussfolgerungen und Empfehlungen</vt:lpstr>
      <vt:lpstr>Dankeschön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Ashraf Al-Helali</dc:creator>
  <cp:lastModifiedBy>Ashraf Al-Helali</cp:lastModifiedBy>
  <cp:revision>1</cp:revision>
  <dcterms:created xsi:type="dcterms:W3CDTF">2024-09-16T16:30:45Z</dcterms:created>
  <dcterms:modified xsi:type="dcterms:W3CDTF">2024-09-16T17:02:19Z</dcterms:modified>
</cp:coreProperties>
</file>