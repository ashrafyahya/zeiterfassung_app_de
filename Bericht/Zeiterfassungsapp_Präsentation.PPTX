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AADF7D-99E6-492E-B39D-61CE025ECF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5391F1-49D0-4AB5-BF76-DD9A143401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8E1EA9D-5252-4454-B05C-B1E466279B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0F6BAC8-FF78-4E2E-9299-C198812433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6651FEC-310C-4EF6-9378-CD009EAFAC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2068D30-C4F2-417C-89A5-F49A5348C7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2BBA90E-85A0-4206-9C81-36379E7990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EB2EC14-83EC-4B1E-AECF-6CC2409C50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DA4BC47-25F1-477B-9E6E-BB010C27E3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D30CDC1-B204-4776-B957-69F984ACF4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39C55DD-09B7-467D-8F5F-51EABF29DE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 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0CB56E-60A2-47C8-9708-D56265C82001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1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Format des Gliederungstextes durch Klicken bearbeiten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Zweite Gliederungsebene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Dritte Gliederungsebene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Vierte Gliederungsebene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Fünfte Gliederungsebene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Sechste Gliederungsebene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Siebte Gliederungsebene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Zweite Ebene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Dritte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2BDD78-06C2-4572-AD7E-291D30DE84BC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Zweite Ebene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Dritte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2B899-20B9-4A23-AB38-F94442818937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Zweite Ebene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Dritte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00FCC6-F054-407F-B351-03B3653C1383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Mastertextformat bearbeiten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41F3D2-0E87-4A29-9D94-7B7D72600A4E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Zweite Ebene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Dritte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Zweite Ebene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Dritte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E80B48-5ECC-4F19-8A83-D2C701EFBAEB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Zweite Ebene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Dritte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Zweite Ebene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Dritte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A51D5D-005E-4E00-8F39-FA17FCBE9A92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73096F-BD95-4A0D-810E-0A612462D081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85F793-0D52-4F9F-A0E3-EB386C507C41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32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Zweite Ebene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Dritte Ebene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Vierte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Fünfte Ebene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209171-6FB1-44FA-BE2C-04CC7BDAA0F0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3200" spc="-1" strike="noStrike">
                <a:solidFill>
                  <a:schemeClr val="dk1"/>
                </a:solidFill>
                <a:latin typeface="Aptos Display"/>
              </a:rPr>
              <a:t>Mastertitelformat bearbeiten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Format des Gliederungstextes durch Klicken bearbeiten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Zweite Gliederungsebene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Dritte Gliederungsebene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Vierte Gliederungsebene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Fünfte Gliederungsebene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Sechste Gliederungsebene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Siebte Gliederungsebene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ptos"/>
              </a:rPr>
              <a:t>Mastertextformat bearbeiten</a:t>
            </a:r>
            <a:endParaRPr b="0" lang="de-DE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&lt;Datum/Uhrzeit&gt;</a:t>
            </a:r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C27889-0901-44B5-92A0-621DB205BF17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github.com/ashrafyahya/ZeiterfassungsApp" TargetMode="External"/><Relationship Id="rId2" Type="http://schemas.openxmlformats.org/officeDocument/2006/relationships/hyperlink" Target="https://github.com/ashrafyahya/ZeiterfassungsApp/blob/main/Bericht/Zeiterfassungsapp_Bericht.pdf" TargetMode="External"/><Relationship Id="rId3" Type="http://schemas.openxmlformats.org/officeDocument/2006/relationships/hyperlink" Target="https://github.com/ashrafyahya/ZeiterfassungsApp/blob/main/Bericht/Zeiterfassungsapp.apk" TargetMode="External"/><Relationship Id="rId4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18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de-DE" sz="6000" spc="-1" strike="noStrike">
                <a:solidFill>
                  <a:schemeClr val="dk2">
                    <a:lumMod val="90000"/>
                    <a:lumOff val="10000"/>
                  </a:schemeClr>
                </a:solidFill>
                <a:latin typeface="Aptos Display"/>
              </a:rPr>
              <a:t>Zeiterfassung-App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4761000"/>
            <a:ext cx="9143640" cy="104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Entwickelt von: </a:t>
            </a:r>
            <a:r>
              <a:rPr b="1" i="1" lang="de-DE" sz="2400" spc="-1" strike="noStrike">
                <a:solidFill>
                  <a:schemeClr val="dk2">
                    <a:lumMod val="90000"/>
                    <a:lumOff val="10000"/>
                  </a:schemeClr>
                </a:solidFill>
                <a:latin typeface="Aptos"/>
              </a:rPr>
              <a:t>Ashraf Yahya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Betreuer: </a:t>
            </a:r>
            <a:r>
              <a:rPr b="1" i="1" lang="de-DE" sz="2400" spc="-1" strike="noStrike">
                <a:solidFill>
                  <a:schemeClr val="dk2">
                    <a:lumMod val="90000"/>
                    <a:lumOff val="10000"/>
                  </a:schemeClr>
                </a:solidFill>
                <a:latin typeface="Aptos"/>
              </a:rPr>
              <a:t>Prof. Dr. Markus Kampmann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feld 3"/>
          <p:cNvSpPr/>
          <p:nvPr/>
        </p:nvSpPr>
        <p:spPr>
          <a:xfrm>
            <a:off x="1523880" y="6135120"/>
            <a:ext cx="2752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Hochschule Koblenz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feld 4"/>
          <p:cNvSpPr/>
          <p:nvPr/>
        </p:nvSpPr>
        <p:spPr>
          <a:xfrm>
            <a:off x="8870040" y="6135120"/>
            <a:ext cx="1921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04. Okt. 2024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Grafik 6" descr="Ein Bild, das Muster, Quadrat, Symmetrie, Rechteck enthält.&#10;&#10;Automatisch generierte Beschreibung"/>
          <p:cNvPicPr/>
          <p:nvPr/>
        </p:nvPicPr>
        <p:blipFill>
          <a:blip r:embed="rId1"/>
          <a:stretch/>
        </p:blipFill>
        <p:spPr>
          <a:xfrm>
            <a:off x="5195880" y="2529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31080" y="639360"/>
            <a:ext cx="3428640" cy="171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Warnung!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2573640"/>
            <a:ext cx="3254760" cy="18000"/>
          </a:xfrm>
          <a:custGeom>
            <a:avLst/>
            <a:gdLst>
              <a:gd name="textAreaLeft" fmla="*/ 0 w 3254760"/>
              <a:gd name="textAreaRight" fmla="*/ 3255120 w 325476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3255095" h="18288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stroke="0" w="3255095" h="18288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38100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31080" y="2807280"/>
            <a:ext cx="3428640" cy="341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Debug-Version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Durch WhatsApp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75" name="Grafik 4" descr="Ein Bild, das Text, Screenshot, Schrift enthält.&#10;&#10;Automatisch generierte Beschreibung"/>
          <p:cNvPicPr/>
          <p:nvPr/>
        </p:nvPicPr>
        <p:blipFill>
          <a:blip r:embed="rId1"/>
          <a:stretch/>
        </p:blipFill>
        <p:spPr>
          <a:xfrm>
            <a:off x="4654080" y="1306080"/>
            <a:ext cx="6903360" cy="4245480"/>
          </a:xfrm>
          <a:prstGeom prst="rect">
            <a:avLst/>
          </a:prstGeom>
          <a:ln cap="sq" w="190500">
            <a:solidFill>
              <a:srgbClr val="ffffff"/>
            </a:solidFill>
            <a:miter/>
          </a:ln>
          <a:effectLst>
            <a:outerShdw algn="tl" blurRad="65160" dir="12889470" dist="50432" kx="195000" ky="145000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dir="t" rig="twoP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1BA124F-DB3B-46A8-A2E5-7503D9AE0132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5F171210-AA1B-413D-B867-6553F28CE704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31080" y="639360"/>
            <a:ext cx="3428640" cy="171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600" spc="-1" strike="noStrike">
                <a:solidFill>
                  <a:schemeClr val="dk1"/>
                </a:solidFill>
                <a:latin typeface="Aptos Display"/>
              </a:rPr>
              <a:t>Berechtigung!</a:t>
            </a:r>
            <a:endParaRPr b="0" lang="de-DE" sz="4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2573640"/>
            <a:ext cx="3254760" cy="18000"/>
          </a:xfrm>
          <a:custGeom>
            <a:avLst/>
            <a:gdLst>
              <a:gd name="textAreaLeft" fmla="*/ 0 w 3254760"/>
              <a:gd name="textAreaRight" fmla="*/ 3255120 w 325476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3255095" h="18288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stroke="0" w="3255095" h="18288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38100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31080" y="2807280"/>
            <a:ext cx="3428640" cy="341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Berechtigung zulassen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" name="Grafik 4"/>
          <p:cNvSpPr/>
          <p:nvPr/>
        </p:nvSpPr>
        <p:spPr>
          <a:xfrm>
            <a:off x="6049440" y="640080"/>
            <a:ext cx="4113360" cy="5577480"/>
          </a:xfrm>
          <a:prstGeom prst="snip2DiagRect">
            <a:avLst>
              <a:gd name="adj1" fmla="val 0"/>
              <a:gd name="adj2" fmla="val 16667"/>
            </a:avLst>
          </a:prstGeom>
          <a:blipFill rotWithShape="0">
            <a:blip r:embed="rId1"/>
            <a:srcRect/>
            <a:stretch/>
          </a:blipFill>
          <a:ln cap="sq" w="88900">
            <a:solidFill>
              <a:srgbClr val="ffffff"/>
            </a:solidFill>
            <a:miter/>
          </a:ln>
          <a:effectLst>
            <a:outerShdw algn="tl" blurRad="88920" rotWithShape="0">
              <a:srgbClr val="000000">
                <a:alpha val="45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3C0658-162E-40E6-B250-D538FB0C1200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C226B26-1DBF-4940-9D86-8523471911BB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41320" y="548640"/>
            <a:ext cx="3600360" cy="543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de-DE" sz="5000" spc="-1" strike="noStrike">
                <a:solidFill>
                  <a:schemeClr val="dk1"/>
                </a:solidFill>
                <a:latin typeface="Aptos Display"/>
              </a:rPr>
              <a:t>Hintergrund und Ziel</a:t>
            </a:r>
            <a:endParaRPr b="0" lang="de-DE" sz="5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544120" y="3258360"/>
            <a:ext cx="4480200" cy="18000"/>
          </a:xfrm>
          <a:custGeom>
            <a:avLst/>
            <a:gdLst>
              <a:gd name="textAreaLeft" fmla="*/ 0 w 4480200"/>
              <a:gd name="textAreaRight" fmla="*/ 4480560 w 448020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4480560" h="18288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stroke="0" w="4480560" h="18288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126400" y="552240"/>
            <a:ext cx="6224040" cy="5431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de-DE" sz="2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de-DE" sz="2200" spc="-1" strike="noStrike">
                <a:solidFill>
                  <a:schemeClr val="dk1"/>
                </a:solidFill>
                <a:latin typeface="Arial"/>
              </a:rPr>
              <a:t>Die Zeiterfassungs-App wurde entwickelt, um eine einfache und effiziente Lösung zur Erfassung und Verwaltung von Arbeitszeiten zu bieten.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de-DE" sz="2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de-DE" sz="2200" spc="-1" strike="noStrike">
                <a:solidFill>
                  <a:schemeClr val="dk1"/>
                </a:solidFill>
                <a:latin typeface="Arial"/>
              </a:rPr>
              <a:t>Sie richtet sich sowohl an Nutzer, die ihre Arbeitszeiten erfassen wollen, als auch an Administratoren, die diese Daten überwachen und verwalten. 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8EDD1BC-FDE2-4822-94A6-716B2B43E41B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3F9CAE30-5809-4FAA-8A81-FCE0F45C0423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Bedeutung der Zeiterfassung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7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Warum ist Zeiterfassung wichtig?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Zeiterfassung ist entscheidend für die Überwachung der Arbeitszeiten, das Management von Projekten und die Einhaltung gesetzlicher Vorgaben.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Unternehmen können so Überstunden berechnen, die Produktivität steigern und gesetzliche Anforderungen einhalten.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C4F0357-D2E9-4976-AFA1-23C718EB2978}" type="slidenum">
              <a:t>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FBF013D1-6F2D-4373-811C-3EB3878C0611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Verwendete Technologien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Android Studio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Hauptentwicklungsumgebung zur Erstellung der App.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Java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Programmiersprache für die Entwicklung der App-Logik.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Firebase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Backend-Dienst für Authentifizierung, Datenhaltung und Echtzeit-Synchronisation.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6254A04-3A1D-47B2-B713-327D3EF9087D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E7D68B2-B679-42FA-85AF-4361511DF9B4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Entwicklungsumgebung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Android Studio: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Installation und Einrichtung sind über die offizielle Android Studio-Website möglich.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Wichtige Funktionen: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Code-Editor mit Syntax-Hervorhebung und Refactoring.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Layout-Editor für die Gestaltung der UI.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Debugging-Tools und Emulatoren.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0B3B63D-DCBD-464A-B832-6B22B70488C6}" type="slidenum">
              <a:t>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C5CE7D1-BA60-4203-9DEB-D05B4CC1728A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Architektur und Design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9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Anwendungsarchitektur: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Client-Server-Modell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Client: Die mobile App auf Android.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Server: Firebase als Backend für Authentifizierung, Datenverwaltung und Verarbeitung.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Datenfluss: Nutzer interagieren über die App mit Firebase, um Zeiteinträge zu speichern und abzurufen.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8747CB0-AB72-4108-95B0-7B9FF5973FF1}" type="slidenum">
              <a:t>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A3CB064-EB14-4A94-97EB-EDFD2D8AEB9D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Benutzeroberfläche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3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UI-Design und Layout: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Klarheit und Einfachheit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Intuitive und leicht zu bedienende Benutzeroberfläche.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Responsive Design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Optimierung für verschiedene Bildschirmgrößen (Hochformat unterstützt, Querformat nicht vollständig).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Screenshots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Hauptbildschirm, Login, Admin-Oberfläche.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00D5E6E-985C-44C9-A7E9-DBD1F4E8BD08}" type="slidenum">
              <a:t>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1438CC9-EDB3-4AB9-A163-720B12BE8E17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6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2347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347200"/>
              <a:gd name="textAreaBottom" fmla="*/ 2347560 h 2347200"/>
            </a:gdLst>
            <a:ahLst/>
            <a:rect l="textAreaLeft" t="textAreaTop" r="textAreaRight" b="textAreaBottom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401400"/>
            <a:ext cx="1051524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rgbClr val="ffffff"/>
                </a:solidFill>
                <a:latin typeface="Aptos Display"/>
              </a:rPr>
              <a:t>Backend-Design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2586960"/>
            <a:ext cx="10515240" cy="35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Firebase als Backend: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Datenstruktur in Firestore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Benutzerinformationen in der „users“-Sammlung.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Zeiteinträge in der „timeEntries“-Sammlung.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Sicherheitsregeln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Zugriffskontrollen basierend auf Rollen und Authentifizierung.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C34B64A-5EC5-4927-B028-45CB1497D00D}" type="slidenum">
              <a:t>10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D7DB18A-FE05-42D8-A3EA-2D22FAE38DAD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Wichtige Funktionen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1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Benutzeranmeldung und Zeiterfassung: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Benutzeranmeldung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Nutzer registrieren sich mit E-Mail und Passwort, die in Firebase gespeichert werden.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Zeiterfassung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Check-In und Check-Out werden protokolliert.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Echtzeit-Updates in der Datenbank.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EBCA304-82EF-4C6F-8983-6889FE243071}" type="slidenum">
              <a:t>11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7D4E0A4-A940-437E-B9A6-C98540FDB069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Admin-Funktionen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5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Verwaltung und Rollen: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Zugriffskontrolle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Administratoren können Benutzerrollen und Zeiteinträge verwalten.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Verwaltung von Benutzerdaten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Administratoren können alle Benutzerdaten einsehen und bearbeiten.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EFADDF-6BF3-4657-BF8F-0038F7B6EBF4}" type="slidenum">
              <a:t>12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5752A1A-C579-41FA-85B2-37A128020EB7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Implementierung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9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Code-Beispiele und Layout: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MainActivity.java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Hauptaktivität für Zeiterfassung und Anzeige von Zeiteinträgen.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AdminActivity.java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Verwaltung der Benutzerrollen und Zeitübersicht.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Firebase-Konfiguration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Authentifizierung und Datenhaltung in Firestore.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DFA200-CA1F-4866-B1F1-00621320DB6B}" type="slidenum">
              <a:t>13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66F36C0E-83CB-4B7B-BD61-5D45D91D17A5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Firebase-Konfiguration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3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Integration von Firebase: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Firebase Authentication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Ermöglicht sichere Anmeldung und Registrierung.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Cloud Firestore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Speichert Benutzerdaten und Zeiteinträge.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Benachrichtigungen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Zwei Arten von Benachrichtigungen: Push- und In-App-Messaging.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C5A99F3-6160-4822-A828-ACC978E014B8}" type="slidenum">
              <a:t>14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E31CBC8-1FDF-4D7A-8B18-8E60E0436C2A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6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2347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347200"/>
              <a:gd name="textAreaBottom" fmla="*/ 2347560 h 2347200"/>
            </a:gdLst>
            <a:ahLst/>
            <a:rect l="textAreaLeft" t="textAreaTop" r="textAreaRight" b="textAreaBottom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401400"/>
            <a:ext cx="1051524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rgbClr val="ffffff"/>
                </a:solidFill>
                <a:latin typeface="Aptos Display"/>
              </a:rPr>
              <a:t>Teststrategien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838080" y="2586960"/>
            <a:ext cx="10515240" cy="35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Testmethoden: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Integrationstests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Sicherstellung, dass alle Komponenten korrekt zusammenarbeiten.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Benutzerakzeptanztests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Überprüfung der Benutzerfreundlichkeit durch Testnutzungen und Anpassungen basierend auf Feedback.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B7367F5-13E9-443F-90AD-0B8087F6747C}" type="slidenum">
              <a:t>15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84FFBF1-29E1-4EF8-95B9-F93496292C9B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2347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347200"/>
              <a:gd name="textAreaBottom" fmla="*/ 2347560 h 2347200"/>
            </a:gdLst>
            <a:ahLst/>
            <a:rect l="textAreaLeft" t="textAreaTop" r="textAreaRight" b="textAreaBottom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401400"/>
            <a:ext cx="1051524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rgbClr val="ffffff"/>
                </a:solidFill>
                <a:latin typeface="Aptos Display"/>
              </a:rPr>
              <a:t>Sicherheit und Datenschutz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2586960"/>
            <a:ext cx="10515240" cy="35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Sicherheitsüberlegungen: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Verschlüsselung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Passwörter und sensible Daten werden verschlüsselt gespeichert.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Zugriffskontrollen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 Nur autorisierte Benutzer haben Zugriff auf bestimmte Funktionen und Daten.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2F72EE2-3491-49B5-A597-49C2E7B0D6AC}" type="slidenum">
              <a:t>16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054EE74-E4F2-4EB5-ADDE-AD1C5DF49A35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chemeClr val="dk1"/>
                </a:solidFill>
                <a:latin typeface="Aptos Display"/>
              </a:rPr>
              <a:t>Wartung und Erweiterungen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5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Zukünftige Erweiterungen: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Geplante Funktionen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Berichterstellung für Nutzer und Admins.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Überstundenberechnung und Anzeige.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Speicherung von Anmeldedaten zur Erleichterung der Nutzung.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Verbesserung der Responsivität und Unterstützung für Querformat.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FECDFB5-9F14-40FA-BDE4-EFA19EC05F4B}" type="slidenum">
              <a:t>17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E434187-C60F-4A52-968B-41FA321F475B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8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2347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347200"/>
              <a:gd name="textAreaBottom" fmla="*/ 2347560 h 2347200"/>
            </a:gdLst>
            <a:ahLst/>
            <a:rect l="textAreaLeft" t="textAreaTop" r="textAreaRight" b="textAreaBottom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401400"/>
            <a:ext cx="1051524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rgbClr val="ffffff"/>
                </a:solidFill>
                <a:latin typeface="Aptos Display"/>
              </a:rPr>
              <a:t>Fazit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38080" y="2586960"/>
            <a:ext cx="10515240" cy="35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Zusammenfassung: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Die Zeiterfassungs-App bietet eine benutzerfreundliche Lösung zur Erfassung und Verwaltung von Arbeitszeiten.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Mit Android Studio, Java und Firebase wurde eine stabile und funktionale App erstellt.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F2C83DE-0DA1-4D4B-8B92-C46F055CAD17}" type="slidenum">
              <a:t>18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C32E56B3-22DA-4D1B-B4AF-AA6E893B4951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00" y="3600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000" spc="-1" strike="noStrike">
                <a:solidFill>
                  <a:schemeClr val="dk1"/>
                </a:solidFill>
                <a:latin typeface="Aptos Display"/>
              </a:rPr>
              <a:t>Hinweise!</a:t>
            </a:r>
            <a:endParaRPr b="0" lang="de-DE" sz="5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3" name="sketch lin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Hinweise: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Github-Repo zum Projekt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  <a:hlinkClick r:id="rId1"/>
              </a:rPr>
              <a:t>https://github.com/ashrafyahya/ZeiterfassungsApp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 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Bericht über den Entwicklungsprozess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  <a:hlinkClick r:id="rId2"/>
              </a:rPr>
              <a:t>ZeiterfassungsApp/Bericht/Zeiterfassungsapp_Bericht.pdf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Quelle für Bilder und genutzte Technologien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Im Bericht enthalten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App-Version zum herunterladen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  <a:hlinkClick r:id="rId3"/>
              </a:rPr>
              <a:t>ZeiterfassungsApp/Bericht/Zeiterfassungsapp.apk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 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99374FA-BC4D-4F88-B902-114AD0C5F40F}" type="slidenum">
              <a:t>19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3CB6CCE9-549A-42D6-9E88-C70BE9BD6CE4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0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5000" spc="-1" strike="noStrike">
                <a:solidFill>
                  <a:schemeClr val="dk1"/>
                </a:solidFill>
                <a:latin typeface="Aptos Display"/>
              </a:rPr>
              <a:t>Feedback!</a:t>
            </a:r>
            <a:endParaRPr b="0" lang="de-DE" sz="5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7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200" spc="-1" strike="noStrike">
                <a:solidFill>
                  <a:schemeClr val="dk1"/>
                </a:solidFill>
                <a:latin typeface="Aptos"/>
              </a:rPr>
              <a:t>Feedback: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App schon installiert?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Probiert bzw. getestet?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Feedback geben!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F2055F1-00FE-4EEA-9599-A98092F57A9E}" type="slidenum">
              <a:t>20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2173492-3ACB-4125-B1CF-BD026BF890F4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50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2347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347200"/>
              <a:gd name="textAreaBottom" fmla="*/ 2347560 h 2347200"/>
            </a:gdLst>
            <a:ahLst/>
            <a:rect l="textAreaLeft" t="textAreaTop" r="textAreaRight" b="textAreaBottom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401400"/>
            <a:ext cx="1051524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5400" spc="-1" strike="noStrike">
                <a:solidFill>
                  <a:srgbClr val="ffffff"/>
                </a:solidFill>
                <a:latin typeface="Aptos Display"/>
              </a:rPr>
              <a:t>Danke!</a:t>
            </a:r>
            <a:endParaRPr b="0" lang="de-DE" sz="5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838080" y="2586960"/>
            <a:ext cx="10515240" cy="35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	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Danke für Ihre Aufmerksamkeit!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	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	</a:t>
            </a:r>
            <a:r>
              <a:rPr b="0" lang="de-DE" sz="2200" spc="-1" strike="noStrike">
                <a:solidFill>
                  <a:schemeClr val="dk1"/>
                </a:solidFill>
                <a:latin typeface="Aptos"/>
              </a:rPr>
              <a:t>Fragen?</a:t>
            </a:r>
            <a:endParaRPr b="0" lang="de-DE" sz="2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A5A87C2-DB03-4DB3-84B1-AC6685C74AB3}" type="slidenum">
              <a:t>21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6B6173E-790B-466A-B284-F8C5E093A84E}" type="datetime1">
              <a:rPr lang="de-DE"/>
              <a:t>04.10.2024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LibreOffice/24.2.6.2$Windows_X86_64 LibreOffice_project/ef66aa7e36a1bb8e65bfbc63aba53045a14d0871</Application>
  <AppVersion>15.0000</AppVersion>
  <Words>630</Words>
  <Paragraphs>137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2024-09-16T16:30:45Z</dcterms:created>
  <dc:creator>Ashraf Al-Helali</dc:creator>
  <dc:description/>
  <dc:language>de-DE</dc:language>
  <cp:lastModifiedBy/>
  <cp:lastPrinted>2024-10-03T14:16:44Z</cp:lastPrinted>
  <dcterms:modified xsi:type="dcterms:W3CDTF">2024-10-04T13:36:06Z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20</vt:i4>
  </property>
</Properties>
</file>